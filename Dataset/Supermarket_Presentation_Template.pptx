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200400" cy="32004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🛒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Supermarket Sales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name: ____________________________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______________________________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class what the data is. Fill in the blanks: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17320" y="1920240"/>
            <a:ext cx="9326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9202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2024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sales (each row = one purchase)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17320" y="2788920"/>
            <a:ext cx="9326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78892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columns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78892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17320" y="3657600"/>
            <a:ext cx="9326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365760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65760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Yangon, Naypyitaw, Mandalay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17320" y="4526280"/>
            <a:ext cx="9326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452628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45262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 lines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17320" y="5394960"/>
            <a:ext cx="9326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45920" y="539496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find 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539496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Columns (What Each One Means)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17320" y="1371600"/>
          <a:ext cx="9326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or 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or Male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of 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bought (1–10)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 paid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Ewallet / Cash / Credit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(4.0–10.0)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Explored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questions your group decided to answer.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17320" y="1920240"/>
            <a:ext cx="9326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2286000"/>
            <a:ext cx="8503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_________________________________________________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_________________________________________________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_________________________________________________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_________________________________________________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_________________________________________________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Chart &amp; Explanation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732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Paste your chart here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7804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EAF5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show?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0" y="219456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Chart &amp; Explanation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732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Paste your chart here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7804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EAF5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show?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0" y="219456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Chart &amp; Explanation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732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Paste your chart here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7804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EAF5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show?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0" y="219456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Most Interesting Discovery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17320" y="1737360"/>
            <a:ext cx="9326880" cy="1828800"/>
          </a:xfrm>
          <a:prstGeom prst="roundRect">
            <a:avLst>
              <a:gd name="adj" fmla="val 5000"/>
            </a:avLst>
          </a:prstGeom>
          <a:solidFill>
            <a:srgbClr val="0F3A4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21945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43891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What We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1554480"/>
            <a:ext cx="45262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takeaway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3774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45262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 used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17320" y="3886200"/>
            <a:ext cx="45262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4114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886200"/>
            <a:ext cx="45262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4114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explore next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4572000" cy="4572000"/>
          </a:xfrm>
          <a:prstGeom prst="ellipse">
            <a:avLst/>
          </a:prstGeom>
          <a:solidFill>
            <a:srgbClr val="02C39A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Sales — Group Presentation Template</dc:title>
  <dc:subject>PptxGenJS Presentation</dc:subject>
  <dc:creator>Data Workshop</dc:creator>
  <cp:lastModifiedBy>Data Workshop</cp:lastModifiedBy>
  <cp:revision>1</cp:revision>
  <dcterms:created xsi:type="dcterms:W3CDTF">2026-06-24T22:26:26Z</dcterms:created>
  <dcterms:modified xsi:type="dcterms:W3CDTF">2026-06-24T22:26:26Z</dcterms:modified>
</cp:coreProperties>
</file>